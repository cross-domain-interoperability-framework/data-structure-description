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1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9147-861F-15E7-D06D-28E21DCCF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EDF36-92E3-A5F5-7B0C-4902EB69F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57E5F-C467-4296-BA01-A4370650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11A28-8D10-3D71-8D2A-4D2B2AEC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962FC-E73C-7DA8-63D6-17E89AEE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0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7B30-3009-9996-7BF1-4BBB99F2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B1B47-783C-788F-8F67-C7246430A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1393-DF39-68DB-814C-70D992E4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5BB41-66E1-5AE0-258F-CDB3989B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53B73-8D6B-1506-7677-9278C5F3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6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4C2D-30D8-1B80-CAD8-6E790D23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5EFBE-19C0-2935-193C-53AF7AF26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0754C-ABD8-18B8-E2AC-FCD616A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7494-BD3F-A07E-61D9-81DEFB4A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14950-B007-F5D9-AC2C-D0559B15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5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AC1E-1CF8-A1CE-951B-6D71AB6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576F4-FF9D-0024-6D99-201CA06F4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C1804-EAF2-1433-CF8A-F5FCEC716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A81D2-9A30-A708-E04A-D8C7C139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9EEF4-6E70-C94B-D6F5-AB25A175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92EC8-B981-372F-B984-20F61001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6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39EC-27AB-D2BA-6775-FB6DCD71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AE96-979B-2958-D278-01ADBCCED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6728B-74A0-87B5-3349-0549D19BB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9BC3F-F95C-145A-2944-3143E4183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03B30-807F-5468-A732-EFE15FC9B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1668C-24FB-7F52-49FB-C276886B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B0DC9-9E08-8DB7-6C5E-6E180BE8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A2F44-3D3E-9F86-25A8-67A29DCE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7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3030-5AF6-57A0-FF3B-B47C0856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AF495-FA5C-EC40-E844-7B69A3BA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A48CF-6EEF-A047-8154-55A7E390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299B9-91BC-8B13-247E-DCA1C60A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2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5CE78-CDCC-350C-62E5-378E40C9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CBB7C-B616-375D-AA14-C6B7BD1C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019E5-3813-E114-EE4F-8BC7E1D8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8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5760-5020-136F-4AAD-CE1A7FDA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6D50E-C3B6-403D-5D69-9621AAB4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CDF9D-E1B3-080E-78F8-546B9D619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15910-272D-3959-F192-12A4E6A3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EB2A8-0160-EFD0-0D8D-5B37C8F6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A391D-9199-5676-9CA6-1444EFA2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1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3ABA-B53A-5CC7-EF21-B347B582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A06E1-B9DB-3C15-513D-47E4B4E7B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E8A74-18F3-65BD-B22C-D5B59DE98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855E6-11ED-83E6-E03E-5E807F9B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AFC3-CBCE-3D74-2C58-DADF531F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090A8-CFDA-AF78-6C90-6695C0EB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1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0986-A559-B051-BABC-156FCB41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5EA90-B5FC-CAF8-7FB7-ABE48660D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57694-6021-EF8E-BD4B-5A36B017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70F23-40D7-15A8-43F2-EDA05622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82ACD-B14F-43FB-8328-D2F1EACC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1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136A4-0F9F-22E1-EE9C-01EB3D4C8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53540-BE8F-FE2F-7D32-78133D46C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CCA2-6E20-2D48-CBD4-529D61D1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BC373-5094-40FA-7112-7C51E1D8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BDDF2-7736-E404-0C4A-00C95BBF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6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3FFAE-1533-33B7-6288-A2594CBE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60AEF-7B0F-4D02-DEAD-CAB0F730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3BE-0035-96C4-FBE6-F8B21F89B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4674D-CC31-420F-B2A6-AD2D1D62875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FDC28-0530-F035-3648-86F6C02DA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45E08-884C-2A63-68E7-CFDF49B2A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E2D68-E1AD-460A-B561-D11939870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D5B049-B4F5-6192-3C8B-AEA7DCEFA8BD}"/>
              </a:ext>
            </a:extLst>
          </p:cNvPr>
          <p:cNvSpPr/>
          <p:nvPr/>
        </p:nvSpPr>
        <p:spPr>
          <a:xfrm>
            <a:off x="708660" y="1497330"/>
            <a:ext cx="2788920" cy="31203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C2847-6B52-4EE0-DD57-E240A7791C0D}"/>
              </a:ext>
            </a:extLst>
          </p:cNvPr>
          <p:cNvSpPr txBox="1"/>
          <p:nvPr/>
        </p:nvSpPr>
        <p:spPr>
          <a:xfrm>
            <a:off x="708660" y="1085850"/>
            <a:ext cx="13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XDI Text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9BC484-9A76-1C98-CF03-427B7197550B}"/>
              </a:ext>
            </a:extLst>
          </p:cNvPr>
          <p:cNvSpPr/>
          <p:nvPr/>
        </p:nvSpPr>
        <p:spPr>
          <a:xfrm>
            <a:off x="914400" y="1851660"/>
            <a:ext cx="2388870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A4B4E-488B-EE26-D650-55E3B67B98B8}"/>
              </a:ext>
            </a:extLst>
          </p:cNvPr>
          <p:cNvSpPr txBox="1"/>
          <p:nvPr/>
        </p:nvSpPr>
        <p:spPr>
          <a:xfrm>
            <a:off x="1475586" y="2201347"/>
            <a:ext cx="111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Metadata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861B0F-01E0-E7D0-0B60-C15AD02588DE}"/>
              </a:ext>
            </a:extLst>
          </p:cNvPr>
          <p:cNvSpPr/>
          <p:nvPr/>
        </p:nvSpPr>
        <p:spPr>
          <a:xfrm>
            <a:off x="977265" y="3274696"/>
            <a:ext cx="2326005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74966-A6C5-02ED-A266-11F0AE3735C1}"/>
              </a:ext>
            </a:extLst>
          </p:cNvPr>
          <p:cNvSpPr txBox="1"/>
          <p:nvPr/>
        </p:nvSpPr>
        <p:spPr>
          <a:xfrm>
            <a:off x="1692049" y="3583305"/>
            <a:ext cx="633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F124B-F8C2-64C2-C42C-A80405E3A6B3}"/>
              </a:ext>
            </a:extLst>
          </p:cNvPr>
          <p:cNvSpPr/>
          <p:nvPr/>
        </p:nvSpPr>
        <p:spPr>
          <a:xfrm>
            <a:off x="708660" y="5194935"/>
            <a:ext cx="2788920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Catalog Metadata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dirty="0" err="1">
                <a:solidFill>
                  <a:schemeClr val="tx1"/>
                </a:solidFill>
              </a:rPr>
              <a:t>DataCite</a:t>
            </a:r>
            <a:r>
              <a:rPr lang="en-US" b="1" dirty="0">
                <a:solidFill>
                  <a:schemeClr val="tx1"/>
                </a:solidFill>
              </a:rPr>
              <a:t>, etc.)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6C24AA-E7BC-8676-B31B-D21A34923B31}"/>
              </a:ext>
            </a:extLst>
          </p:cNvPr>
          <p:cNvSpPr txBox="1"/>
          <p:nvPr/>
        </p:nvSpPr>
        <p:spPr>
          <a:xfrm>
            <a:off x="1475586" y="354687"/>
            <a:ext cx="89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INPUTS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48C555-5621-B70A-74A7-FCA58D5EFDAE}"/>
              </a:ext>
            </a:extLst>
          </p:cNvPr>
          <p:cNvSpPr/>
          <p:nvPr/>
        </p:nvSpPr>
        <p:spPr>
          <a:xfrm>
            <a:off x="3984828" y="1036737"/>
            <a:ext cx="2788920" cy="55206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A651E-4F64-5765-C0F7-A2CA8AB4F5BA}"/>
              </a:ext>
            </a:extLst>
          </p:cNvPr>
          <p:cNvSpPr txBox="1"/>
          <p:nvPr/>
        </p:nvSpPr>
        <p:spPr>
          <a:xfrm>
            <a:off x="4298907" y="342543"/>
            <a:ext cx="202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TRANSFORMATION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794E1C-E695-0005-1181-F4C8A0E3EE37}"/>
              </a:ext>
            </a:extLst>
          </p:cNvPr>
          <p:cNvSpPr txBox="1"/>
          <p:nvPr/>
        </p:nvSpPr>
        <p:spPr>
          <a:xfrm>
            <a:off x="7798306" y="354687"/>
            <a:ext cx="110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OUTPUTS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C1196-DDE7-9886-191B-FBFA78AC8327}"/>
              </a:ext>
            </a:extLst>
          </p:cNvPr>
          <p:cNvSpPr/>
          <p:nvPr/>
        </p:nvSpPr>
        <p:spPr>
          <a:xfrm>
            <a:off x="7315535" y="1171574"/>
            <a:ext cx="2788920" cy="41649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0AD67-D5C2-BB70-3819-3128DF9C3D28}"/>
              </a:ext>
            </a:extLst>
          </p:cNvPr>
          <p:cNvSpPr txBox="1"/>
          <p:nvPr/>
        </p:nvSpPr>
        <p:spPr>
          <a:xfrm>
            <a:off x="7167844" y="789742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CDIF JSON-LD 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5231A5-8A2E-76F4-ECE1-47508C9F8FC4}"/>
              </a:ext>
            </a:extLst>
          </p:cNvPr>
          <p:cNvSpPr/>
          <p:nvPr/>
        </p:nvSpPr>
        <p:spPr>
          <a:xfrm>
            <a:off x="7319010" y="5452110"/>
            <a:ext cx="2326005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2C0343-DFBE-9127-12B2-011ED0B60EE4}"/>
              </a:ext>
            </a:extLst>
          </p:cNvPr>
          <p:cNvSpPr txBox="1"/>
          <p:nvPr/>
        </p:nvSpPr>
        <p:spPr>
          <a:xfrm>
            <a:off x="7539767" y="5567660"/>
            <a:ext cx="1884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Data</a:t>
            </a:r>
          </a:p>
          <a:p>
            <a:pPr algn="ctr"/>
            <a:r>
              <a:rPr lang="en-US" b="1" dirty="0"/>
              <a:t>(may be entire </a:t>
            </a:r>
          </a:p>
          <a:p>
            <a:pPr algn="ctr"/>
            <a:r>
              <a:rPr lang="en-US" b="1" dirty="0"/>
              <a:t>XDI file if desired)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788BAA-E978-194E-24F5-9E5DC4C16E6A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3303270" y="3851911"/>
            <a:ext cx="4015740" cy="21774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6250DB5-E00E-F57C-431C-7330A67C5FE0}"/>
              </a:ext>
            </a:extLst>
          </p:cNvPr>
          <p:cNvSpPr/>
          <p:nvPr/>
        </p:nvSpPr>
        <p:spPr>
          <a:xfrm>
            <a:off x="7494047" y="1426607"/>
            <a:ext cx="2388870" cy="7908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4B9964-05FF-3FA2-BFBB-CA86D6E3DA33}"/>
              </a:ext>
            </a:extLst>
          </p:cNvPr>
          <p:cNvSpPr txBox="1"/>
          <p:nvPr/>
        </p:nvSpPr>
        <p:spPr>
          <a:xfrm>
            <a:off x="7617065" y="1571133"/>
            <a:ext cx="2097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Discovery Metadata</a:t>
            </a:r>
          </a:p>
          <a:p>
            <a:pPr algn="ctr"/>
            <a:r>
              <a:rPr lang="en-US" b="1" dirty="0"/>
              <a:t>(Schema.org)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C1D8AC-316B-2566-A11C-9B1F0FFE6999}"/>
              </a:ext>
            </a:extLst>
          </p:cNvPr>
          <p:cNvSpPr/>
          <p:nvPr/>
        </p:nvSpPr>
        <p:spPr>
          <a:xfrm>
            <a:off x="7523844" y="2296493"/>
            <a:ext cx="2388870" cy="8728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FD8368-2E09-B579-B6AD-6940D72F0308}"/>
              </a:ext>
            </a:extLst>
          </p:cNvPr>
          <p:cNvSpPr txBox="1"/>
          <p:nvPr/>
        </p:nvSpPr>
        <p:spPr>
          <a:xfrm>
            <a:off x="7717392" y="2294974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Provenance</a:t>
            </a:r>
          </a:p>
          <a:p>
            <a:pPr algn="ctr"/>
            <a:r>
              <a:rPr lang="en-US" b="1" dirty="0"/>
              <a:t>Metadata (PROV)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B148A9-A722-6BD4-3024-E2B99381C1BD}"/>
              </a:ext>
            </a:extLst>
          </p:cNvPr>
          <p:cNvSpPr/>
          <p:nvPr/>
        </p:nvSpPr>
        <p:spPr>
          <a:xfrm>
            <a:off x="7554680" y="3302645"/>
            <a:ext cx="2388870" cy="8728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F272B8-A855-D15B-142D-64EE7F4915CF}"/>
              </a:ext>
            </a:extLst>
          </p:cNvPr>
          <p:cNvSpPr txBox="1"/>
          <p:nvPr/>
        </p:nvSpPr>
        <p:spPr>
          <a:xfrm>
            <a:off x="7605282" y="3340149"/>
            <a:ext cx="2225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Structural Data </a:t>
            </a:r>
          </a:p>
          <a:p>
            <a:pPr algn="ctr"/>
            <a:r>
              <a:rPr lang="en-US" b="1" dirty="0"/>
              <a:t>Description (DDI-CDI)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394C84-1CDC-1849-2EEB-A8952E85E68F}"/>
              </a:ext>
            </a:extLst>
          </p:cNvPr>
          <p:cNvSpPr/>
          <p:nvPr/>
        </p:nvSpPr>
        <p:spPr>
          <a:xfrm>
            <a:off x="7554680" y="4330318"/>
            <a:ext cx="2388870" cy="8728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E6F6FD-93DB-9FC4-24D1-78847AAF6FEA}"/>
              </a:ext>
            </a:extLst>
          </p:cNvPr>
          <p:cNvSpPr txBox="1"/>
          <p:nvPr/>
        </p:nvSpPr>
        <p:spPr>
          <a:xfrm>
            <a:off x="7489900" y="4367822"/>
            <a:ext cx="245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Controlled Vocabularies</a:t>
            </a:r>
          </a:p>
          <a:p>
            <a:pPr algn="ctr"/>
            <a:r>
              <a:rPr lang="en-US" b="1" dirty="0"/>
              <a:t> (SKOS)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2DFEED-FB58-844F-9E1A-F2FCE7700158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3497580" y="1822014"/>
            <a:ext cx="3996467" cy="3950136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39E8A2-5E34-F0E6-07D1-506C1E90FED2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>
            <a:off x="3303270" y="2428875"/>
            <a:ext cx="4220574" cy="304034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88F1453-BF73-79C2-61B5-37F979C21E1A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>
          <a:xfrm>
            <a:off x="3303270" y="2428875"/>
            <a:ext cx="4302012" cy="1234440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651BFB6-6C54-B982-A698-65E97ECCE3C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03270" y="2428875"/>
            <a:ext cx="4271176" cy="2372239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20D2EBD-494D-7317-1C4F-1043F214AA9B}"/>
              </a:ext>
            </a:extLst>
          </p:cNvPr>
          <p:cNvSpPr/>
          <p:nvPr/>
        </p:nvSpPr>
        <p:spPr>
          <a:xfrm>
            <a:off x="9831277" y="5469879"/>
            <a:ext cx="1652063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BB910E-57B8-2E00-0B92-2142B3848687}"/>
              </a:ext>
            </a:extLst>
          </p:cNvPr>
          <p:cNvSpPr txBox="1"/>
          <p:nvPr/>
        </p:nvSpPr>
        <p:spPr>
          <a:xfrm>
            <a:off x="9912714" y="5585429"/>
            <a:ext cx="152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Reference Concepts (SKOS)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5D8A0E-6E7C-C76A-1489-9D2804B09064}"/>
              </a:ext>
            </a:extLst>
          </p:cNvPr>
          <p:cNvCxnSpPr>
            <a:cxnSpLocks/>
            <a:stCxn id="26" idx="3"/>
            <a:endCxn id="44" idx="0"/>
          </p:cNvCxnSpPr>
          <p:nvPr/>
        </p:nvCxnSpPr>
        <p:spPr>
          <a:xfrm>
            <a:off x="9943550" y="3739061"/>
            <a:ext cx="713759" cy="1730818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8FD19B8-F377-E5A9-3523-3DBA70C5B14A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303270" y="1638620"/>
            <a:ext cx="4186630" cy="790255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80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812D-E232-E639-10B8-F7C40126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770C12-2988-D81B-8CDF-CB0EA04FFAF3}"/>
              </a:ext>
            </a:extLst>
          </p:cNvPr>
          <p:cNvSpPr/>
          <p:nvPr/>
        </p:nvSpPr>
        <p:spPr>
          <a:xfrm>
            <a:off x="708660" y="1497330"/>
            <a:ext cx="2788920" cy="21415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F45FB-687B-5075-478A-763352A06C49}"/>
              </a:ext>
            </a:extLst>
          </p:cNvPr>
          <p:cNvSpPr txBox="1"/>
          <p:nvPr/>
        </p:nvSpPr>
        <p:spPr>
          <a:xfrm>
            <a:off x="708660" y="1085850"/>
            <a:ext cx="253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NXxas</a:t>
            </a:r>
            <a:r>
              <a:rPr lang="en-US" b="1" dirty="0"/>
              <a:t> HDF5 File (binary)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8F986-D70E-B441-9A86-8E917DD4E5A8}"/>
              </a:ext>
            </a:extLst>
          </p:cNvPr>
          <p:cNvSpPr txBox="1"/>
          <p:nvPr/>
        </p:nvSpPr>
        <p:spPr>
          <a:xfrm>
            <a:off x="1429122" y="2033747"/>
            <a:ext cx="130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Data and </a:t>
            </a:r>
          </a:p>
          <a:p>
            <a:pPr algn="ctr"/>
            <a:r>
              <a:rPr lang="en-US" b="1" dirty="0"/>
              <a:t>Metadata </a:t>
            </a:r>
          </a:p>
          <a:p>
            <a:pPr algn="ctr"/>
            <a:r>
              <a:rPr lang="en-US" b="1" dirty="0"/>
              <a:t>“Black Box”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10433-106C-A3BE-C2FE-DCCF0891BB09}"/>
              </a:ext>
            </a:extLst>
          </p:cNvPr>
          <p:cNvSpPr/>
          <p:nvPr/>
        </p:nvSpPr>
        <p:spPr>
          <a:xfrm>
            <a:off x="708660" y="4105918"/>
            <a:ext cx="2788920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Catalog Metadata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dirty="0" err="1">
                <a:solidFill>
                  <a:schemeClr val="tx1"/>
                </a:solidFill>
              </a:rPr>
              <a:t>DataCite</a:t>
            </a:r>
            <a:r>
              <a:rPr lang="en-US" b="1" dirty="0">
                <a:solidFill>
                  <a:schemeClr val="tx1"/>
                </a:solidFill>
              </a:rPr>
              <a:t>, etc.)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EFF62-43C0-1212-B797-DBDCC6C32BEB}"/>
              </a:ext>
            </a:extLst>
          </p:cNvPr>
          <p:cNvSpPr txBox="1"/>
          <p:nvPr/>
        </p:nvSpPr>
        <p:spPr>
          <a:xfrm>
            <a:off x="1475586" y="354687"/>
            <a:ext cx="89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INPUTS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B430B4-15CD-43AB-A126-35B5F1AED395}"/>
              </a:ext>
            </a:extLst>
          </p:cNvPr>
          <p:cNvSpPr/>
          <p:nvPr/>
        </p:nvSpPr>
        <p:spPr>
          <a:xfrm>
            <a:off x="3984828" y="1036737"/>
            <a:ext cx="2788920" cy="55206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4C7CC-5FE8-ED55-4EA4-2DBA5ED29ECD}"/>
              </a:ext>
            </a:extLst>
          </p:cNvPr>
          <p:cNvSpPr txBox="1"/>
          <p:nvPr/>
        </p:nvSpPr>
        <p:spPr>
          <a:xfrm>
            <a:off x="4298907" y="342543"/>
            <a:ext cx="202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TRANSFORMATION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06961-15D1-1997-D337-C50235FC4EE1}"/>
              </a:ext>
            </a:extLst>
          </p:cNvPr>
          <p:cNvSpPr txBox="1"/>
          <p:nvPr/>
        </p:nvSpPr>
        <p:spPr>
          <a:xfrm>
            <a:off x="7798306" y="354687"/>
            <a:ext cx="110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OUTPUTS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584C4A-BE0A-FCE3-33A3-B0FDF902BD4D}"/>
              </a:ext>
            </a:extLst>
          </p:cNvPr>
          <p:cNvSpPr/>
          <p:nvPr/>
        </p:nvSpPr>
        <p:spPr>
          <a:xfrm>
            <a:off x="7315535" y="1171574"/>
            <a:ext cx="2788920" cy="41649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9B36A6-530B-9883-FB8C-081B706A6CCD}"/>
              </a:ext>
            </a:extLst>
          </p:cNvPr>
          <p:cNvSpPr txBox="1"/>
          <p:nvPr/>
        </p:nvSpPr>
        <p:spPr>
          <a:xfrm>
            <a:off x="7167844" y="789742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CDIF JSON-LD 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86FBF-7D42-8BDB-D458-3F388F6E902F}"/>
              </a:ext>
            </a:extLst>
          </p:cNvPr>
          <p:cNvSpPr/>
          <p:nvPr/>
        </p:nvSpPr>
        <p:spPr>
          <a:xfrm>
            <a:off x="7319010" y="5452110"/>
            <a:ext cx="2326005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40FE9-2F0B-553E-DC5A-808E21825894}"/>
              </a:ext>
            </a:extLst>
          </p:cNvPr>
          <p:cNvSpPr txBox="1"/>
          <p:nvPr/>
        </p:nvSpPr>
        <p:spPr>
          <a:xfrm>
            <a:off x="7717392" y="5634097"/>
            <a:ext cx="17776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NXxas</a:t>
            </a:r>
            <a:r>
              <a:rPr lang="en-US" b="1" dirty="0"/>
              <a:t> HDF5 File </a:t>
            </a:r>
          </a:p>
          <a:p>
            <a:pPr algn="ctr"/>
            <a:r>
              <a:rPr lang="en-US" b="1" dirty="0"/>
              <a:t>(binary)</a:t>
            </a:r>
          </a:p>
          <a:p>
            <a:pPr algn="ctr"/>
            <a:endParaRPr lang="en-US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D66713-6E0B-8836-82F4-FB3D27E2E95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453723" y="3554552"/>
            <a:ext cx="3865287" cy="24747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8842F50-3EF8-1027-FE4B-B83B0F6DDEC2}"/>
              </a:ext>
            </a:extLst>
          </p:cNvPr>
          <p:cNvSpPr/>
          <p:nvPr/>
        </p:nvSpPr>
        <p:spPr>
          <a:xfrm>
            <a:off x="7494047" y="1426607"/>
            <a:ext cx="2388870" cy="7908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1EAFE4-F3F6-2538-3BD8-83D3E6E77F6B}"/>
              </a:ext>
            </a:extLst>
          </p:cNvPr>
          <p:cNvSpPr txBox="1"/>
          <p:nvPr/>
        </p:nvSpPr>
        <p:spPr>
          <a:xfrm>
            <a:off x="7617065" y="1571133"/>
            <a:ext cx="2097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Discovery Metadata</a:t>
            </a:r>
          </a:p>
          <a:p>
            <a:pPr algn="ctr"/>
            <a:r>
              <a:rPr lang="en-US" b="1" dirty="0"/>
              <a:t>(Schema.org)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D1B05B-6D29-4BD2-5CBA-0DED402D77EC}"/>
              </a:ext>
            </a:extLst>
          </p:cNvPr>
          <p:cNvSpPr/>
          <p:nvPr/>
        </p:nvSpPr>
        <p:spPr>
          <a:xfrm>
            <a:off x="7523844" y="2296493"/>
            <a:ext cx="2388870" cy="8728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435AF8-58C8-62AF-7BBC-52B3855B7ED7}"/>
              </a:ext>
            </a:extLst>
          </p:cNvPr>
          <p:cNvSpPr txBox="1"/>
          <p:nvPr/>
        </p:nvSpPr>
        <p:spPr>
          <a:xfrm>
            <a:off x="7717392" y="2294974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Provenance</a:t>
            </a:r>
          </a:p>
          <a:p>
            <a:pPr algn="ctr"/>
            <a:r>
              <a:rPr lang="en-US" b="1" dirty="0"/>
              <a:t>Metadata (PROV)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F3A1E1-6FD5-ECA1-6589-FE5AD94CFC1A}"/>
              </a:ext>
            </a:extLst>
          </p:cNvPr>
          <p:cNvSpPr/>
          <p:nvPr/>
        </p:nvSpPr>
        <p:spPr>
          <a:xfrm>
            <a:off x="7554680" y="3302645"/>
            <a:ext cx="2388870" cy="8728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0C8DEB-912E-BCB3-3650-0DB6992E1EED}"/>
              </a:ext>
            </a:extLst>
          </p:cNvPr>
          <p:cNvSpPr txBox="1"/>
          <p:nvPr/>
        </p:nvSpPr>
        <p:spPr>
          <a:xfrm>
            <a:off x="7605282" y="3340149"/>
            <a:ext cx="2225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Structural Data </a:t>
            </a:r>
          </a:p>
          <a:p>
            <a:pPr algn="ctr"/>
            <a:r>
              <a:rPr lang="en-US" b="1" dirty="0"/>
              <a:t>Description (DDI-CDI)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8A6925-6BF7-C9D8-DEAA-01A7D5B84EC6}"/>
              </a:ext>
            </a:extLst>
          </p:cNvPr>
          <p:cNvSpPr/>
          <p:nvPr/>
        </p:nvSpPr>
        <p:spPr>
          <a:xfrm>
            <a:off x="7554680" y="4330318"/>
            <a:ext cx="2388870" cy="8728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A1746E-BA33-28F7-C90A-7F6921C08B25}"/>
              </a:ext>
            </a:extLst>
          </p:cNvPr>
          <p:cNvSpPr txBox="1"/>
          <p:nvPr/>
        </p:nvSpPr>
        <p:spPr>
          <a:xfrm>
            <a:off x="7489900" y="4367822"/>
            <a:ext cx="245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Controlled Vocabularies</a:t>
            </a:r>
          </a:p>
          <a:p>
            <a:pPr algn="ctr"/>
            <a:r>
              <a:rPr lang="en-US" b="1" dirty="0"/>
              <a:t> (SKOS)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757B2D-5F4F-0E18-8A45-BA260B422483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3497580" y="1822014"/>
            <a:ext cx="3996467" cy="2861119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F74582-0030-F580-8C70-AAE362494E85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>
            <a:off x="3497580" y="2568101"/>
            <a:ext cx="4026264" cy="164808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9B17C3-6F43-52BA-ED47-97045D51C00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640526" y="2560498"/>
            <a:ext cx="3964756" cy="1102817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BCF9E5-98FB-3722-7633-7ABB8C8974F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97580" y="2568101"/>
            <a:ext cx="4076866" cy="2233013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EC201DD-3F6B-277A-7956-C2E3D527A8DB}"/>
              </a:ext>
            </a:extLst>
          </p:cNvPr>
          <p:cNvSpPr/>
          <p:nvPr/>
        </p:nvSpPr>
        <p:spPr>
          <a:xfrm>
            <a:off x="9831277" y="5469879"/>
            <a:ext cx="1652063" cy="1154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84DC92-161B-57FE-3F9D-463744058716}"/>
              </a:ext>
            </a:extLst>
          </p:cNvPr>
          <p:cNvSpPr txBox="1"/>
          <p:nvPr/>
        </p:nvSpPr>
        <p:spPr>
          <a:xfrm>
            <a:off x="9912714" y="5585429"/>
            <a:ext cx="152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Reference Concepts (SKOS)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DB89A2C-710E-D097-5D78-A150DD4816F8}"/>
              </a:ext>
            </a:extLst>
          </p:cNvPr>
          <p:cNvCxnSpPr>
            <a:cxnSpLocks/>
            <a:stCxn id="26" idx="3"/>
            <a:endCxn id="44" idx="0"/>
          </p:cNvCxnSpPr>
          <p:nvPr/>
        </p:nvCxnSpPr>
        <p:spPr>
          <a:xfrm>
            <a:off x="9943550" y="3739061"/>
            <a:ext cx="713759" cy="1730818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C391F7F-15EF-C655-05C2-23A060CDA14F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497580" y="1638620"/>
            <a:ext cx="3992320" cy="929481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3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118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Arofan Gregory</dc:creator>
  <cp:lastModifiedBy>Arofan Gregory</cp:lastModifiedBy>
  <cp:revision>5</cp:revision>
  <dcterms:created xsi:type="dcterms:W3CDTF">2025-09-28T16:54:15Z</dcterms:created>
  <dcterms:modified xsi:type="dcterms:W3CDTF">2025-09-28T17:40:42Z</dcterms:modified>
</cp:coreProperties>
</file>